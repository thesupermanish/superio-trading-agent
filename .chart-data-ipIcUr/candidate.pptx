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1b88a4506482e" /><Relationship Type="http://schemas.openxmlformats.org/officeDocument/2006/relationships/extended-properties" Target="/docProps/app.xml" Id="R2c5e422603a948f4" /><Relationship Type="http://schemas.openxmlformats.org/officeDocument/2006/relationships/officeDocument" Target="/ppt/presentation.xml" Id="Rd1351501ae7f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c8298077144c6e"/>
  </p:sldMasterIdLst>
  <p:notesMasterIdLst>
    <p:notesMasterId xmlns:r="http://schemas.openxmlformats.org/officeDocument/2006/relationships" r:id="R9ca2a27cf6fc4a47"/>
  </p:notesMasterIdLst>
  <p:sldIdLst>
    <p:sldId xmlns:r="http://schemas.openxmlformats.org/officeDocument/2006/relationships" id="256" r:id="R149cf69b27f24c95"/>
    <p:sldId xmlns:r="http://schemas.openxmlformats.org/officeDocument/2006/relationships" id="257" r:id="R3ce0f328257d4083"/>
    <p:sldId xmlns:r="http://schemas.openxmlformats.org/officeDocument/2006/relationships" id="258" r:id="Rf2e71e4521674766"/>
    <p:sldId xmlns:r="http://schemas.openxmlformats.org/officeDocument/2006/relationships" id="259" r:id="Rcfec843e396a468b"/>
    <p:sldId xmlns:r="http://schemas.openxmlformats.org/officeDocument/2006/relationships" id="260" r:id="Rfc76099a2efc4a16"/>
    <p:sldId xmlns:r="http://schemas.openxmlformats.org/officeDocument/2006/relationships" id="261" r:id="R3bff4a3a2702464a"/>
    <p:sldId xmlns:r="http://schemas.openxmlformats.org/officeDocument/2006/relationships" id="262" r:id="R699fd954c8074ef3"/>
    <p:sldId xmlns:r="http://schemas.openxmlformats.org/officeDocument/2006/relationships" id="263" r:id="Rb7bf75dc05dc4651"/>
    <p:sldId xmlns:r="http://schemas.openxmlformats.org/officeDocument/2006/relationships" id="264" r:id="R9387c02ddf22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eea35321334834" /><Relationship Type="http://schemas.openxmlformats.org/officeDocument/2006/relationships/slideMaster" Target="/ppt/slideMasters/slideMaster1.xml" Id="R04c8298077144c6e" /><Relationship Type="http://schemas.openxmlformats.org/officeDocument/2006/relationships/notesMaster" Target="/ppt/notesMasters/notesMaster1.xml" Id="R9ca2a27cf6fc4a47" /><Relationship Type="http://schemas.openxmlformats.org/officeDocument/2006/relationships/presProps" Target="/ppt/presProps.xml" Id="Re710ce53e63b4a6d" /><Relationship Type="http://schemas.openxmlformats.org/officeDocument/2006/relationships/tableStyles" Target="/ppt/tableStyles.xml" Id="R733cd10fb0de46a6" /><Relationship Type="http://schemas.openxmlformats.org/officeDocument/2006/relationships/slide" Target="/ppt/slides/slide1.xml" Id="R149cf69b27f24c95" /><Relationship Type="http://schemas.openxmlformats.org/officeDocument/2006/relationships/slide" Target="/ppt/slides/slide2.xml" Id="R3ce0f328257d4083" /><Relationship Type="http://schemas.openxmlformats.org/officeDocument/2006/relationships/slide" Target="/ppt/slides/slide3.xml" Id="Rf2e71e4521674766" /><Relationship Type="http://schemas.openxmlformats.org/officeDocument/2006/relationships/slide" Target="/ppt/slides/slide4.xml" Id="Rcfec843e396a468b" /><Relationship Type="http://schemas.openxmlformats.org/officeDocument/2006/relationships/slide" Target="/ppt/slides/slide5.xml" Id="Rfc76099a2efc4a16" /><Relationship Type="http://schemas.openxmlformats.org/officeDocument/2006/relationships/slide" Target="/ppt/slides/slide6.xml" Id="R3bff4a3a2702464a" /><Relationship Type="http://schemas.openxmlformats.org/officeDocument/2006/relationships/slide" Target="/ppt/slides/slide7.xml" Id="R699fd954c8074ef3" /><Relationship Type="http://schemas.openxmlformats.org/officeDocument/2006/relationships/slide" Target="/ppt/slides/slide8.xml" Id="Rb7bf75dc05dc4651" /><Relationship Type="http://schemas.openxmlformats.org/officeDocument/2006/relationships/slide" Target="/ppt/slides/slide9.xml" Id="R9387c02ddf22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50847c8425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77bda44e2d4255" /><Relationship Type="http://schemas.openxmlformats.org/officeDocument/2006/relationships/notesMaster" Target="/ppt/notesMasters/notesMaster1.xml" Id="R3225afa27c7b4d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68d258337d4ac9" /><Relationship Type="http://schemas.openxmlformats.org/officeDocument/2006/relationships/notesMaster" Target="/ppt/notesMasters/notesMaster1.xml" Id="Ra8650aeb5c0c43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59ff8fe3b44275" /><Relationship Type="http://schemas.openxmlformats.org/officeDocument/2006/relationships/notesMaster" Target="/ppt/notesMasters/notesMaster1.xml" Id="R9166033283794f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465a3b379c4511" /><Relationship Type="http://schemas.openxmlformats.org/officeDocument/2006/relationships/notesMaster" Target="/ppt/notesMasters/notesMaster1.xml" Id="Rdcc2d62e8082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7e5a456c414a26" /><Relationship Type="http://schemas.openxmlformats.org/officeDocument/2006/relationships/notesMaster" Target="/ppt/notesMasters/notesMaster1.xml" Id="Rec47a56d3eac4e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798eb2b0324863" /><Relationship Type="http://schemas.openxmlformats.org/officeDocument/2006/relationships/notesMaster" Target="/ppt/notesMasters/notesMaster1.xml" Id="R010875e82a724e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b087e24531483a" /><Relationship Type="http://schemas.openxmlformats.org/officeDocument/2006/relationships/notesMaster" Target="/ppt/notesMasters/notesMaster1.xml" Id="R6d3cf6c14c6240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387794624b46d4" /><Relationship Type="http://schemas.openxmlformats.org/officeDocument/2006/relationships/notesMaster" Target="/ppt/notesMasters/notesMaster1.xml" Id="R9e36965cc33b48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2b9de45ac4466c" /><Relationship Type="http://schemas.openxmlformats.org/officeDocument/2006/relationships/notesMaster" Target="/ppt/notesMasters/notesMaster1.xml" Id="Ra150d0f6e81443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ecc1e829a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c42e9f124b49ba" /><Relationship Type="http://schemas.openxmlformats.org/officeDocument/2006/relationships/slideLayout" Target="/ppt/slideLayouts/slideLayout1.xml" Id="Rbc1a79019bea47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1a79019bea47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d976abb1b492e" /><Relationship Type="http://schemas.openxmlformats.org/officeDocument/2006/relationships/image" Target="/ppt/media/image.jpeg" Id="R414d5fd4962247e2" /><Relationship Type="http://schemas.openxmlformats.org/officeDocument/2006/relationships/notesSlide" Target="/ppt/notesSlides/notesSlide1.xml" Id="R304be705ad7c4a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47cb710f44874" /><Relationship Type="http://schemas.openxmlformats.org/officeDocument/2006/relationships/notesSlide" Target="/ppt/notesSlides/notesSlide2.xml" Id="R410c4ca477994b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0566943ba4154" /><Relationship Type="http://schemas.openxmlformats.org/officeDocument/2006/relationships/notesSlide" Target="/ppt/notesSlides/notesSlide3.xml" Id="R6b93d57530fb4f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201e1a5374180" /><Relationship Type="http://schemas.openxmlformats.org/officeDocument/2006/relationships/notesSlide" Target="/ppt/notesSlides/notesSlide4.xml" Id="Rab0c85cbc896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9c7614bfb421b" /><Relationship Type="http://schemas.openxmlformats.org/officeDocument/2006/relationships/notesSlide" Target="/ppt/notesSlides/notesSlide5.xml" Id="Re806e77668b04a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bb1bc403b4040" /><Relationship Type="http://schemas.openxmlformats.org/officeDocument/2006/relationships/notesSlide" Target="/ppt/notesSlides/notesSlide6.xml" Id="R3946044911524a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49433fba428c" /><Relationship Type="http://schemas.openxmlformats.org/officeDocument/2006/relationships/chart" Target="/ppt/slides/charts/chart1.xml" Id="Rc29580f2bc2d4f53" /><Relationship Type="http://schemas.openxmlformats.org/officeDocument/2006/relationships/notesSlide" Target="/ppt/notesSlides/notesSlide7.xml" Id="R537578ba71ed4d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cdaeecd0940c9" /><Relationship Type="http://schemas.openxmlformats.org/officeDocument/2006/relationships/image" Target="/ppt/media/image.png" Id="Rf7ab9cd59ecb48d9" /><Relationship Type="http://schemas.openxmlformats.org/officeDocument/2006/relationships/notesSlide" Target="/ppt/notesSlides/notesSlide8.xml" Id="R53af9d51ce7344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0d1b3b5b9402b" /><Relationship Type="http://schemas.openxmlformats.org/officeDocument/2006/relationships/notesSlide" Target="/ppt/notesSlides/notesSlide9.xml" Id="R2b502a078df7420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Barbell</c:v>
                </c:pt>
                <c:pt idx="1">
                  <c:v>Convex tilt</c:v>
                </c:pt>
                <c:pt idx="2">
                  <c:v>Income only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0.0145</c:v>
                </c:pt>
                <c:pt idx="1">
                  <c:v>0.0079</c:v>
                </c:pt>
                <c:pt idx="2">
                  <c:v>-0.0064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A1FA9-58E7-4D43-890E-A43E1174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C3AF7-208C-4E2A-A90B-E0208CB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AF110-AE05-439B-B76A-814D210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98E518-69AB-4E33-A503-ABF5FADA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80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3114-D9B7-46E4-A6C8-65E45044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71550"/>
            <a:ext cx="85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398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04708-5B01-45D3-9242-F28EF097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C5E46-E9F0-488B-9C9E-04738D24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d5fd4962247e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01417-5A5E-4CEA-AB95-F258BCCF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E415C6-680E-417A-ADBE-1E1F004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A51B1-851B-46FC-8CC9-E2324959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ETFs across three independently managed paper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5A8A2-51B4-4E46-AE4D-C80DCDDC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90892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8969-7215-4444-9D6D-1E6B240A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7072-0C0E-44CC-A908-31DB3721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0C925-1200-4814-8080-2E49C1B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42554-541C-40EB-8FEE-B867305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7D50A-657B-4939-9546-FD1215A9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9D273-4CEE-4413-A3EA-FACAF7B2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583D0-C8AD-496E-B112-F09E77C0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078A7-FC16-4F26-A0F8-D1C91D31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33629-1B70-4E03-A908-B179D989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8B873-E80C-42AF-9C7D-C84FC030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B4AE6-708B-4BE7-8D73-27FCC343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6180B-2B57-473B-9DFA-ED8220C7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7C4C5-A361-41F8-8A88-7BF9CE0B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89D17-84C4-4A6D-82FF-3D2FCDF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9762E-F4A0-4D8D-A4E0-3566473E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80787-0C7E-4C69-A29F-F8DF63B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325573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52735-C9DC-4210-8744-3F03022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406F4-4CB4-4EE1-9B6D-D8463A4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1063F-FFDD-4CDB-804F-1E181D48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F51319-46EF-4D4D-825B-A4E030E7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47E0B-5260-4822-AF50-C3BC0F7D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AD830-C02A-4FC1-8F6A-72CDD381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00536-B725-4807-AE36-03AF0E23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DBA1B-0546-4F58-B02B-F31D89A2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4ADBAD-EFE0-4D49-8834-FFB15D9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E7A5F-2714-489D-B9CA-2233396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219F7-20B6-4669-9ACB-25F4A574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88714-9E7E-4D43-A467-D0FFF0D8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EF14B1-C9AC-4F41-95BA-2A6A4934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2B00F-B0A5-4993-9B3C-1FCF7EA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3496A-FA60-4006-BA7E-2081465F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D8852-FCDD-43DE-9902-8399B728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80C6F-F5F4-4216-810B-E6C674D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57707F-047F-425D-BA9D-1A11249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E3FAF4-A39E-4CF4-BD2E-BC0FBE8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5CFEE-B4AD-45D7-BF5F-27985B76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B0A1E1-09BC-49AF-BE3D-E1A386FF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1C361-3A12-4F9C-9F41-0EE0F1B6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41A72-041D-4A39-A4B5-52226F73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4A9F6-C8F5-4743-B62D-3EE0BA6E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B00D2F-5751-4FD0-9819-C962F1E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72D65-2F39-431C-A1CD-F38A2A4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0C1456-9895-4A03-A70F-516FBE47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15B37-F562-407C-802A-3A8852AC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4423721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CFAA5-8D24-426C-AA0A-A15CE80B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A31C3-02D5-4E55-8ACE-4C2BD9C1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D916D7-B01A-480D-AFD8-1F1C7AB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D8235-A196-488D-B8E8-3FAF0347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58512-59FF-4D36-B06E-5F0DEC44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2D5FA-52A0-4C1F-9CDE-89371466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62E58-303F-40B8-8370-1B5F5C70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0350FA-83E9-4594-9C95-D2DF13DC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09F30-F947-4EAD-A99F-FEC3002A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D7259-4DFF-49A8-AD0B-B8A10CD8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507C5-7F62-424E-9E49-42A2902B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6B9358-8C9C-46B4-AFF6-235EC402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F4800-D7A9-4C04-AF6F-7CAF68E8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CC565-43FB-4594-AB9B-F332D143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6773E-E356-4A98-B94A-254312A4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FBC18-FF0A-4ECF-9538-005D5E01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66B8DE-BCDB-4743-B9D1-FEFCB749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5450-5E6A-44CD-AECC-9568C488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533148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4EA9C1-1C96-42C4-8B48-998BBB2F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15752-43C0-4013-816E-135CC21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1EFF1-F515-4B1E-836E-A0C05FCC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0E5CF-B651-42B7-8A92-9CF30899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6EB9D-B310-4A24-BD54-7BCE64F9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008BB-D43F-47C6-AD23-64FB3BA4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AA47C-5A18-4718-942F-B7432FDD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8FD89-A564-464C-A46C-1FF08FFA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F2A73-61B8-46BF-B365-D6540965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C44CC-4524-492B-A321-71002C6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ED829-A225-498B-AF8F-4B7CC02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E8547-03C9-4578-9B92-F669950F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2F229-948D-429A-AD8F-BA20FDF8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C7AE6-733C-44D5-96FF-5B8EECDD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81581-64FB-475B-9EA0-F41415F5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67BC4-C86B-45A7-9B81-CAD81F38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1F6FF-4C38-4163-BB6A-C9A12934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96D10-2797-48A4-B4AB-6671FBA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A256D-B400-45A3-A852-34C8991F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DB73A-BCAB-4E35-93F6-23D85812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88A5A-5791-4187-946C-9BC3DA02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7C59D4-357A-4B8C-B6AD-69058187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731668-A218-44D9-B97E-897673A9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F7AC1-799A-4668-A5C9-0D6AC1DD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3D8B92-07CD-4F23-9CAC-D3CDEA0C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7675F-3831-4639-8E60-49720F3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CA5468-5D9A-4696-9093-E476C83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66C0F6-9918-4E7E-8401-2A59E19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CBC41-1104-4BAA-9123-0F4F6CDA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588DA-67EC-4E02-A10E-6363F4A2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62BDE-8E4F-4421-9CCD-BEEB3224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38EC3-E3F7-4343-A74D-C78F1A26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8DBF1C-0EB4-48AD-9A8A-9672E664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037462-127F-465D-9D6F-82C686EA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FBBF18-4583-4186-887E-F5F71EE3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C5CF71-1044-4664-A8F6-784AFAB6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9A126-FCC3-4841-B027-45A2A0CF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354831-A667-4278-9853-509B20C0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16112775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A8D41-BEBE-4CA2-9CA4-E7B7D7F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14006-E6A9-4CFB-8B9C-00620EBE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A4CB15-B263-4266-BA89-74B3255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750CE-A537-4A4B-B887-E2FD4F7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7A67B-D13D-4D04-A04B-3BDE80A7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81FA2-5054-43E2-8798-2D660853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545B4-F0CF-4AB7-AF23-9E431DBA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FD4A3-648A-40A2-A7C2-E83B6DF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8A9A1-695D-4C62-B7C4-3C0105C1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0EA3D7-6AB7-4626-9E85-B863A4C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1EEFE-7357-4EC3-961E-904CCA48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E78CFE-2E60-4192-A02B-A7DCEC31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1119E-EC54-43CF-AE08-5AEE84E7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6F613-C5F1-4E9A-8C7F-F9EED45E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C19BC-865E-47BE-80EA-AB1356C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ABC02-756F-403C-A429-055C6CA5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824885-25C0-4851-B2AF-C02997E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A1CA4-23A1-4E6D-8C5E-351184D7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584759-B66E-4CF4-A128-5C099FB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1C70F-3A14-4774-BBDA-553618E0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E6B7F-7CAC-49D9-947D-E770EA9E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3E0B51-D660-4B47-A684-D1949597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38ECB2-BDBC-42A8-A09B-46DC89B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5062A-648D-4791-8023-8AD41FC6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1956151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B1CD1-4DF4-44C6-9D70-4731EB8F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8003C-A0DB-4903-A1A3-075BBC1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02210-AF4A-4B45-A6A0-607BD029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F07AF-CAA9-4247-AD0B-6F1FD05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D0A02-B919-41C9-9EBF-A652CCCA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9580f2bc2d4f5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17CB4-26A8-46A1-9BD4-132850A4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5CC66-CE78-4361-AFEA-FD489823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DA641-11CE-4124-BECB-EAD9B2CE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EACF6-E3BD-4261-BB55-9483B17B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2321DA-49FC-43FF-AADF-A66558E3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ACDC5-095D-4B90-93AA-3D992A81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25A4D-83E3-413D-8EFC-3470A61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2340C-909E-4A03-8E09-C678E722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573E25-529F-47BC-832F-1A6B4EF3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81CD2-05A6-484B-AD42-24122AB3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E621B-F058-4978-9689-B1B36D0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274804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3CCB3-2A17-4E26-832D-8297C202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3F044-58C9-4E50-AA54-97E67588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3BA89-2249-4FB1-9E56-1B6647CC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420D9-7FF1-413D-92EB-B10F4934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b9cd59ecb48d9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169A1-E897-496E-85D6-1DD24844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4EDD6-3845-496E-836A-C0914FD9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FD3DB-9098-4815-AE1F-011DA97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10F14-DADB-4672-BF95-393760F3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09AA9-5D16-4D7A-ABAB-332E3C90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080B1-BC3A-4DB1-8934-773687C1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551CB-F37E-4C1A-A40E-760A2DDC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Public link on the closing slide</a:t>
            </a:r>
          </a:p>
        </p:txBody>
      </p:sp>
    </p:spTree>
    <p:extLst>
      <p:ext uri="{BB962C8B-B14F-4D97-AF65-F5344CB8AC3E}">
        <p14:creationId xmlns:p14="http://schemas.microsoft.com/office/powerpoint/2010/main" val="207798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8971D-EB89-4460-BCDA-F693AF5B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D69E5-E8D1-40D5-8D4A-1BA46AB9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1145C-5DFA-48B3-BFBB-EF433DD7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6499-665D-47D5-ADB5-5F1C340F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4FABC-F0B0-48ED-993E-220C0CA1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8CD9F-D787-4078-B9DF-E942DB29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A7B72-0D5E-43E3-9955-E242AD02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B29F6-B20C-4A29-B820-1FA89164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50C26-4C6D-4E31-97D3-A9E13D42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C4D21-6174-48EA-8FFE-04F821B9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E2AC7-1F00-48F3-8C76-CC03FEC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6A4A3-1CD9-4567-A03B-9F539391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3E790-20C2-4733-AAE0-7A92ABF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34D0D-44C5-466B-8AF6-537B8BF5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78746-0BBC-47B2-811B-6F27464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E620E-8802-4C21-9705-AEA63275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D43B9-430D-4B77-9CDD-BDACF031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72AAFB-16AF-42A2-9E91-62A30FF8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6DC2D-75D6-4C46-9846-6B3E1F52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0554C-95E2-41D8-A6C2-270FEE33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AD298-C153-4FC4-A199-60493C74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746656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2026-09-04T14:14:57.2680000Z</dcterms:created>
  <dcterms:modified xsi:type="dcterms:W3CDTF">2026-09-04T14:14:57.2680000Z</dcterms:modified>
</coreProperties>
</file>