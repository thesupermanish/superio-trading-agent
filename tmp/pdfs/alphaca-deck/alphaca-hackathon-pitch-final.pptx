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a3c6589be4845" /><Relationship Type="http://schemas.openxmlformats.org/officeDocument/2006/relationships/extended-properties" Target="/docProps/app.xml" Id="Rbd7df4b1204a48ee" /><Relationship Type="http://schemas.openxmlformats.org/officeDocument/2006/relationships/officeDocument" Target="/ppt/presentation.xml" Id="R7b7764f519ea4e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4d1612e49341cc"/>
  </p:sldMasterIdLst>
  <p:notesMasterIdLst>
    <p:notesMasterId xmlns:r="http://schemas.openxmlformats.org/officeDocument/2006/relationships" r:id="R8763dda49d8b4afb"/>
  </p:notesMasterIdLst>
  <p:sldIdLst>
    <p:sldId xmlns:r="http://schemas.openxmlformats.org/officeDocument/2006/relationships" id="256" r:id="Rde1b8cf115344f8c"/>
    <p:sldId xmlns:r="http://schemas.openxmlformats.org/officeDocument/2006/relationships" id="257" r:id="Rdf1d7f98ecbc4a3b"/>
    <p:sldId xmlns:r="http://schemas.openxmlformats.org/officeDocument/2006/relationships" id="258" r:id="Rb99ba5d45fa145ac"/>
    <p:sldId xmlns:r="http://schemas.openxmlformats.org/officeDocument/2006/relationships" id="259" r:id="R51379d43586e4dcb"/>
    <p:sldId xmlns:r="http://schemas.openxmlformats.org/officeDocument/2006/relationships" id="260" r:id="R543c4ef70b8f4c0e"/>
    <p:sldId xmlns:r="http://schemas.openxmlformats.org/officeDocument/2006/relationships" id="261" r:id="R10e5f28a3cac4609"/>
    <p:sldId xmlns:r="http://schemas.openxmlformats.org/officeDocument/2006/relationships" id="262" r:id="R7a603f1e4865445d"/>
    <p:sldId xmlns:r="http://schemas.openxmlformats.org/officeDocument/2006/relationships" id="263" r:id="R2f0c73596d634896"/>
    <p:sldId xmlns:r="http://schemas.openxmlformats.org/officeDocument/2006/relationships" id="264" r:id="Raac20d59d0b745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39afc8f79e4973" /><Relationship Type="http://schemas.openxmlformats.org/officeDocument/2006/relationships/slideMaster" Target="/ppt/slideMasters/slideMaster1.xml" Id="R494d1612e49341cc" /><Relationship Type="http://schemas.openxmlformats.org/officeDocument/2006/relationships/notesMaster" Target="/ppt/notesMasters/notesMaster1.xml" Id="R8763dda49d8b4afb" /><Relationship Type="http://schemas.openxmlformats.org/officeDocument/2006/relationships/presProps" Target="/ppt/presProps.xml" Id="R914e775645de4c3b" /><Relationship Type="http://schemas.openxmlformats.org/officeDocument/2006/relationships/tableStyles" Target="/ppt/tableStyles.xml" Id="R7e22a37cc200498c" /><Relationship Type="http://schemas.openxmlformats.org/officeDocument/2006/relationships/slide" Target="/ppt/slides/slide1.xml" Id="Rde1b8cf115344f8c" /><Relationship Type="http://schemas.openxmlformats.org/officeDocument/2006/relationships/slide" Target="/ppt/slides/slide2.xml" Id="Rdf1d7f98ecbc4a3b" /><Relationship Type="http://schemas.openxmlformats.org/officeDocument/2006/relationships/slide" Target="/ppt/slides/slide3.xml" Id="Rb99ba5d45fa145ac" /><Relationship Type="http://schemas.openxmlformats.org/officeDocument/2006/relationships/slide" Target="/ppt/slides/slide4.xml" Id="R51379d43586e4dcb" /><Relationship Type="http://schemas.openxmlformats.org/officeDocument/2006/relationships/slide" Target="/ppt/slides/slide5.xml" Id="R543c4ef70b8f4c0e" /><Relationship Type="http://schemas.openxmlformats.org/officeDocument/2006/relationships/slide" Target="/ppt/slides/slide6.xml" Id="R10e5f28a3cac4609" /><Relationship Type="http://schemas.openxmlformats.org/officeDocument/2006/relationships/slide" Target="/ppt/slides/slide7.xml" Id="R7a603f1e4865445d" /><Relationship Type="http://schemas.openxmlformats.org/officeDocument/2006/relationships/slide" Target="/ppt/slides/slide8.xml" Id="R2f0c73596d634896" /><Relationship Type="http://schemas.openxmlformats.org/officeDocument/2006/relationships/slide" Target="/ppt/slides/slide9.xml" Id="Raac20d59d0b745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be340a45a42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ce2f71ffb948e2" /><Relationship Type="http://schemas.openxmlformats.org/officeDocument/2006/relationships/notesMaster" Target="/ppt/notesMasters/notesMaster1.xml" Id="R9c487dde47aa42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80d246b4f642cd" /><Relationship Type="http://schemas.openxmlformats.org/officeDocument/2006/relationships/notesMaster" Target="/ppt/notesMasters/notesMaster1.xml" Id="R9b752b1157fc4a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88d71151354324" /><Relationship Type="http://schemas.openxmlformats.org/officeDocument/2006/relationships/notesMaster" Target="/ppt/notesMasters/notesMaster1.xml" Id="Radd65128ca9e47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eda77c222a4d66" /><Relationship Type="http://schemas.openxmlformats.org/officeDocument/2006/relationships/notesMaster" Target="/ppt/notesMasters/notesMaster1.xml" Id="R76a82e2430a346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1d1610422447dd" /><Relationship Type="http://schemas.openxmlformats.org/officeDocument/2006/relationships/notesMaster" Target="/ppt/notesMasters/notesMaster1.xml" Id="R0df90d897b4640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2a4ccc925b4a14" /><Relationship Type="http://schemas.openxmlformats.org/officeDocument/2006/relationships/notesMaster" Target="/ppt/notesMasters/notesMaster1.xml" Id="Rd1b601192b364f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745f4eb2c4c2b" /><Relationship Type="http://schemas.openxmlformats.org/officeDocument/2006/relationships/notesMaster" Target="/ppt/notesMasters/notesMaster1.xml" Id="R743f2feaeb2840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b7ab21301b4b1b" /><Relationship Type="http://schemas.openxmlformats.org/officeDocument/2006/relationships/notesMaster" Target="/ppt/notesMasters/notesMaster1.xml" Id="R68a5ef834ed645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94fed8a9264a7d" /><Relationship Type="http://schemas.openxmlformats.org/officeDocument/2006/relationships/notesMaster" Target="/ppt/notesMasters/notesMaster1.xml" Id="R14f94c91bb2a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7e4dd4a53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80fe5f9bc14bfc" /><Relationship Type="http://schemas.openxmlformats.org/officeDocument/2006/relationships/slideLayout" Target="/ppt/slideLayouts/slideLayout1.xml" Id="Rfcee4f841397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e4f841397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7d55a87064ec6" /><Relationship Type="http://schemas.openxmlformats.org/officeDocument/2006/relationships/image" Target="/ppt/media/image.jpeg" Id="Re62c7b1c387f402d" /><Relationship Type="http://schemas.openxmlformats.org/officeDocument/2006/relationships/notesSlide" Target="/ppt/notesSlides/notesSlide1.xml" Id="Rd0075bf84de943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b31879c4b49a0" /><Relationship Type="http://schemas.openxmlformats.org/officeDocument/2006/relationships/notesSlide" Target="/ppt/notesSlides/notesSlide2.xml" Id="Rf00b025a02204f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cb317bcdd4717" /><Relationship Type="http://schemas.openxmlformats.org/officeDocument/2006/relationships/notesSlide" Target="/ppt/notesSlides/notesSlide3.xml" Id="Racf917402aec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63c0a1f82f406c" /><Relationship Type="http://schemas.openxmlformats.org/officeDocument/2006/relationships/notesSlide" Target="/ppt/notesSlides/notesSlide4.xml" Id="R7d95f21d39414c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90396457974920" /><Relationship Type="http://schemas.openxmlformats.org/officeDocument/2006/relationships/notesSlide" Target="/ppt/notesSlides/notesSlide5.xml" Id="R6eae812efec54f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ae04daaa743f7" /><Relationship Type="http://schemas.openxmlformats.org/officeDocument/2006/relationships/notesSlide" Target="/ppt/notesSlides/notesSlide6.xml" Id="Rf5816fb70a0f43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6e62135fe42ea" /><Relationship Type="http://schemas.openxmlformats.org/officeDocument/2006/relationships/chart" Target="/ppt/slides/charts/chart1.xml" Id="R9aef0284faf840f6" /><Relationship Type="http://schemas.openxmlformats.org/officeDocument/2006/relationships/notesSlide" Target="/ppt/notesSlides/notesSlide7.xml" Id="R63a7a0d400c94f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6686e0b3a4ff9" /><Relationship Type="http://schemas.openxmlformats.org/officeDocument/2006/relationships/image" Target="/ppt/media/image.png" Id="R6acde510e01441cb" /><Relationship Type="http://schemas.openxmlformats.org/officeDocument/2006/relationships/notesSlide" Target="/ppt/notesSlides/notesSlide8.xml" Id="R696b58c860de42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817d56e574220" /><Relationship Type="http://schemas.openxmlformats.org/officeDocument/2006/relationships/notesSlide" Target="/ppt/notesSlides/notesSlide9.xml" Id="Rf1ef0721cd7c4c1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Barbell</c:v>
                </c:pt>
                <c:pt idx="1">
                  <c:v>Convex tilt</c:v>
                </c:pt>
                <c:pt idx="2">
                  <c:v>Income only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1.45</c:v>
                </c:pt>
                <c:pt idx="1">
                  <c:v>0.79</c:v>
                </c:pt>
                <c:pt idx="2">
                  <c:v>-0.64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BD840-16E3-484B-B984-5D312C72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99654-976F-49B6-8676-A71F2F69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E536C-D54F-4361-9043-EBB9BF37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82B0C-1B59-4A13-9E64-DF0C1B7A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2428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78BD08-5151-4CE6-BEDD-D38981DD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971550"/>
            <a:ext cx="104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B67DD-61B6-40DA-AED3-4D8DAF3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70C97-344D-4E68-A98C-37F5CC8E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c7b1c387f40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6C6E2-9D09-4CC1-8390-2EAE933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EE910-6397-4F95-BC34-31D45E0C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B52A3-8B7A-44A4-AF69-FE61A260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liquid ETFs  |  Three strategy variants  |  Every decision journalled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67CDF-110B-4DA9-817A-3E7A07D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865646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8DAE7-E72C-4FD1-8359-50FE622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975DE-1D00-4751-91A0-DF003223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23219-8176-4772-B11F-AA0461A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9951-889B-4FF7-BF36-D5239ABC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08457-02F6-49D6-9D0A-4C3BA890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7CFE08-5768-4EAB-B88D-B7689DEA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B7C50-8317-462E-8BB1-AC09B5F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51A995-5F73-4F21-B332-5E2F3336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B49B2-6423-453F-9200-070C6C894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9C1E6-EC41-4389-AE36-0C1C487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D6812-E9AA-4F33-BCD5-6A37A5E8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F90B0-5370-4ECD-A17B-5BB22F94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D712B-F57C-46AA-95CB-80706CCC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39306E-82E0-45C0-AAB2-3A4874BB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DC5070-DA09-4C78-B0C9-3D6BBC35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A79D6-8266-4BB0-B539-D6FD296F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423269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73EEAE-C802-4364-9653-01CB296E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8FD01-07D5-4393-8A51-5B9AAB1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5BFDA-3BA4-496A-BD4A-7C021326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76527-2A26-4173-92FB-A534D271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A4B67-EAED-4789-8E90-71B7697C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F07C8-9726-409F-B65A-C0F66DC4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82053-1786-46A1-98F2-C15299D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67A8-8574-404B-B5E7-20CE258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951B91-ED4C-4427-B288-6323E38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D4339-2D85-4B0E-A4C0-B9EE33B9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3B445-1838-46F5-B181-1D157DA9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4201E-29A7-4C1A-812C-05ABEC9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E27578-7664-434B-B451-4173264C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0A70D-04F9-4295-BB8F-C61CA707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1D1ED0-7C81-40D1-8EE1-30E62385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1D8B5-A493-4416-A508-66515C30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73DE-6F68-4EB5-87BB-1382B416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87676-1E62-4CCD-B6FA-2FD377EB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BF063-AD53-46BC-8084-709EA56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0D608-EC1D-4FB4-AEAF-0B478A5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D5DEA-DA51-4D1E-8026-A14EBFC2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0D4377-4513-4759-99C0-D09D6E5C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039E1-8466-4530-B8B2-747433DA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1E774-61CE-4E97-8C08-03C5744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CAB9BA-39A8-4DA6-A496-83E8A9F6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8F395D-0F4C-4690-B4B9-CF2E7968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2D9CD-96EE-40F4-8FB9-05540B2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B47C6A-0A99-4A7A-A61B-15E2D276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142350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795C1-9B0F-476C-A314-A5DE07CB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4F9B8-C6B2-49F0-A16E-93D47D02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E9059-4609-4CF3-89CA-D3434F5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8687F-835A-460D-8598-110DEA2D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3C346-7C1C-4C88-8A45-15044167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FC921-0173-4C4E-8E27-886F4731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A2429-C9B4-4D2B-8141-0521855D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3128F-8E4E-437F-B11E-04E62A30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D57BB-8B1C-4148-AA89-562B8F61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A874F-FCFE-4AD4-BA19-7D128C94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840B8-DB9D-47BD-8E3D-9498583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A98A9-8C45-4C90-B396-A94A43B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0A450-C1FF-48DA-A5F3-C0310A6D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DE6AE4-9EAB-4C5D-B177-F093057E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89E16-FE37-40B3-BAA4-711B6A0D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687FB-8D2F-4965-B999-FE0D131A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DDA4EE-4763-426F-B4C4-49B6B350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2CA441-EA90-4576-A796-D4EB4A5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1159118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98519C-8C39-4D9E-8700-FAA1A5EF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C4361-5BF3-42D5-8A69-FE37743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A5759-3B73-4B0C-BDA0-BBF5DEBE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2EA12-921A-47E7-84F0-0E6EEE6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3D92B-D02E-46D7-89F1-F856891E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4B800-340D-49A9-A5E8-6C272C99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46AF1-DD68-46BF-A5BB-54840E11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F2150-CFCC-484C-9C7C-101D57F7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6B0E0-13EC-48A5-9CAE-951F07BB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E8C6A-0A66-4EA9-8EDB-A8E6BB6A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02729-E251-4774-84F4-691323FD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048EF-D151-4978-A2F2-BAB2442D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05EF01-9CFB-4CA4-BFEE-65F7BBAB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825824-D603-4834-B426-E1172018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535FE-4CA4-4671-95A9-89302726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4F786E-48C5-453E-AD33-78FAFB78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3B3A7-E266-47AA-9FEC-88DD6075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7BDADB-04EB-41DF-8AE5-123ACAFD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818B3-9DDA-4A4C-B63E-0B2AB1E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39099B-5A67-481B-87C5-2AE6458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04E748-DD05-4019-9B64-75D9CAFF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D0A1A-1CB4-460E-BF17-281AA5EF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A2151D-0259-443E-A09F-69730A47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28FA6C-09B3-435E-BEE2-CA5AD11C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61F94-13B6-4141-A838-6F3C8B3D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AD54B-E337-4F9E-B0FA-DB034247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EA520-546E-4AE3-AA3D-B23528B8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444F4-1AA8-4006-907A-AF45FB74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BEA95-DF68-47B2-B0F5-908E833E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BD68CE-03BA-412D-846F-A1628B4E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A8DBD8-96AE-41EC-8F51-569F310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50A7F-4ACC-4201-A353-A1B68B2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2B67B-944B-4DDD-AF12-12F25ACC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3F8F26-3F8E-486A-9142-B1ADC803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7D07B9-C6B9-4638-8F52-A742F921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59F13-C96A-49A5-A6E8-72D5081D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E59F47-2ED5-4E09-A26A-660BA861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C7DEEF-083A-4502-85B5-D5622A0E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1804059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27C872-9AE8-4BC6-9C30-678669A64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B49E2-3180-4F59-BFF9-14714A48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A67C8-A4EC-4ACE-9E67-E0D4B34B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A9D09-18D8-4036-BF51-7271B40A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F63F4-755B-4659-9153-8DE03ACE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B6062-3CA6-43EA-AC36-168AD0D0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3EACF-12D0-4AE1-9596-454E2312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858164-6560-4050-BC76-39D4BFA4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DA9FD-8717-4A44-B906-8F5F7F0C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B2A4A-098C-4876-8F2B-21CC51C1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59A5F-5611-4290-8082-7A31F3D7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9E751-7B86-48F0-B81F-0331EB8D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ED909-3759-4357-9BF2-3BBB17BF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93654-C19C-4D17-95D9-59B1A49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F9AA77-2952-49AB-AFE0-686051D5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71359-2C6B-4827-9781-E841E58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6102C-0324-49F8-925A-7F2E14A5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E57E1D-5C54-4FB2-B409-233EECA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F2B0FE-F878-4DE9-AA7B-95AFDBB4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E1A91C-EDBB-4896-8B3F-540455A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65280-3455-497C-9697-A895CD6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1AA80-92C1-4531-B1AA-23EE315F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CB419-CB6E-4021-A686-25936D5D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7E3D74-3D11-45AB-8950-4986E36A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5404257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694B1A-20B4-417E-BA0D-3B5687D5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09BFE-4C8D-44D6-9B2D-873B01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A5384-3CF6-4565-B29C-1CBBE3C8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00A2-D029-4EA8-A9B1-43CC9C33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8265D-38CE-43CE-BA5A-E92075B9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ef0284faf840f6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EB289-8E7B-445C-B053-184B5B0D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062C2-75DB-4336-9855-F20D5B5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241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034F6E-BDEF-451F-B8AB-8E197653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527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F0833-5681-4497-8E8A-E77A9DF9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384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50A54-AC65-4547-9B65-388411F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23826-A0E5-4940-9CE8-395EB93A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90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E0F0B-0AF5-4468-A6D3-4072FCD9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767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04AB3-2BD8-4259-97DD-D63E1EF5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006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19FDF-169C-4C42-92BF-578DDEA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0292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D664ED-879E-4817-A87D-2DF861E0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5149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E0F49-3619-416F-935E-545C5753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8678233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B35DB-6EEB-4C13-A3DC-9E972E2D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F2255-CFE6-4C0A-BB9B-C81FF040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8870B-25FC-4147-BB7E-C3A21FB5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9580E3-1B80-4609-B946-F119A4E4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de510e01441cb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0459E-9A1E-43ED-B33F-CB6D1F6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77797-1CE6-4F36-B491-4671FC78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5AE6E-D45C-4729-9743-5B799F0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6F8212-4860-482C-973A-8FD0DE82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E3CCE-C24B-4269-A26A-5344663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30B0D-5A02-4967-BA41-877CBC0A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33243-C165-4562-A87E-0517F697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</p:spTree>
    <p:extLst>
      <p:ext uri="{BB962C8B-B14F-4D97-AF65-F5344CB8AC3E}">
        <p14:creationId xmlns:p14="http://schemas.microsoft.com/office/powerpoint/2010/main" val="360911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87D87F-C2A7-498C-A4B6-8BF230F7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82885-D1E7-416D-A2BE-DBE0FC82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4C56E-A28B-4B21-AEA1-522E5500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50760-AF4F-445C-BB93-8110114E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B0429E-7502-49E3-B4F6-CE6B4D0D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19949-89D8-437B-B516-45CB14BE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5CFAF0-680A-4AE4-81CB-59174840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BD49E-FEE1-46FA-89BB-2BCD8A1F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6A052-DE10-4DA3-A56B-FEA96622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29165-1760-422F-96F0-64BBD15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E44F0-A4D0-45CF-8E1B-1A845901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6ACFD0-D1FE-4A09-8593-AC6F73C1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572A05-4EED-4DEF-B60C-F1BD0BF8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B0013-3CC7-4975-9CD8-457EC5D3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8953B-1814-4514-8A3E-66A53C34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C9650-11AC-4E45-B528-52C47A71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32795E-63D0-4ECC-B33B-2DC14F22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6278FA-FC6B-4FA3-8E04-47ED8A84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96CC40-7BBC-486C-A45B-D227197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F4F41-454D-40AC-B917-71673599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6597F9-D7C0-4FA1-B262-E9FE59A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917055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2026-09-04T14:13:19.8570000Z</dcterms:created>
  <dcterms:modified xsi:type="dcterms:W3CDTF">2026-09-04T14:13:19.8570000Z</dcterms:modified>
</coreProperties>
</file>